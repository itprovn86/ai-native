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Solution Communication: Structuring a Problem Solution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 — Solution Communication &amp; Portfolio Dev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Communicate the Solution   ·   CLO6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solution 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Framework → Problem Solution Brief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nội dung theo audience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AI cải thiện logic &amp; clarity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 &amp; sở hữu nội dung (ownership)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Problem Solution Brief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(Verify · Revise · Own)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Audience-first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· Purpose · Context · Message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Brief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Evidence · Insight · Solution · Impact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AI-assisted Comm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Structure · Clarity · Tone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template · AI Declaration template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Framework (ART6) · outline giải pháp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Framework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Brief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= Thinking + Audience + Structure (≠ Writing)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Audience · Purpose · Message trước khi viết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spine: Problem→Evidence→Insight→Solution→Impact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drafts; humans own nội dung cuối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Solution Brief — mạch 5 phần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7013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63901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863901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083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87722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087722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6465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1542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1542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88475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535363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535363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viết Brief cho SER → SV sửa → AI review → con người quyết. Điều chỉnh cho manager vs technical.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me organize my SER solution into a brief — don't write it for 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Dàn ý Problem→Impact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structure &amp; flow for a non-technical decision maker.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 mạch lạc, ít jargon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my brief; what's weak or unsupported?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cần sửa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Quá dài / quá kỹ thuật cho quản lý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đọc là ai? Cắt được gì?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thông điệp chính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câu cốt lõi là gì?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Thuật ngữ (MFCC, F1) không giải thích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đọc hiểu từ này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Framework → Brief: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organize ideas (Prompt 0)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structure/clarity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WS7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Review · AI Feedback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Revision · cải thiện Brief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WS7: Audience · Purpose · Key Message · Problem · Evidence · Solution · Expected Impact · AI Revision · Human Revision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ART7 — Problem Solution Brief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Solution Brief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Problem→Evidence→Insight→Solution→Impact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Revision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đã sửa gì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người sở hữu bản cuối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· AI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 bạch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đủ 5 phần + ≥8 references + Human Revision (ownership).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R7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Mạch rõ, đúng khung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hiểu, ít jargon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Đúng đối tượng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 hữu nội dung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câu +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Problem Solution Brief (ART7)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Rà soát ART1→ART7 chuẩn bị Portfolio (S8)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Đính kèm AI Revision Log + AI Declaration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7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= Thinking + Audience + Structure (≠ Writing)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ART7 — Problem Solution Brief.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Portfolio.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drafts; humans own.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