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Evidence Synthesis: From Evidence to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29184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2918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2 — Evidence Search &amp; Synthesis   ·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Understand the Evidence   ·   CLO3 · CLO4   ·   120'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Course 2 — AI-Assisted Problem Solving  ·  Flagship case: Speech Emotion Recognition (SER)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at a Glance — 120'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  <a:gridCol w="4572000"/>
                <a:gridCol w="24688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Intent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Mini Lecture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conceptual foundation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Live Demo (SER)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 AI reasoning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prompt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Individual Practice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concepts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Group Workshop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Collaborative evidence synthesis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Reflection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Consolidate learning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Rubric &amp; Collect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4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7589520"/>
                <a:gridCol w="1828800"/>
                <a:gridCol w="1463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 buổi học, sinh viên có thể…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Synthesize thông tin thành insight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&amp; đối chiếu nguồn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khoảng trống/cơ hội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 phần tổng hợp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 Evidence Synthesis Package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CLO3·4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4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Concepts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Mindset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31920" y="18288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Thought Partner · Human-led AI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07792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07792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Evidence Synthesis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0" y="2907792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· Insight · Pattern Recognition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986784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86784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Methods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3986784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· Gap · Trend · Constraint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065776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65776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AI-assisted Analysis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5065776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 · Insight Extraction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4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Pre-class Preparation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7520" y="192024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sources · Problem Bank Brief · Synthesis Matrix template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17520" y="301752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Log (ART3) · Dataset đã xem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114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 theo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7520" y="41148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· NotebookLM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4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Learning Journey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3468624" cy="73152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68880"/>
            <a:ext cx="34686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Search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099560" y="246888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346448" y="2468880"/>
            <a:ext cx="3468624" cy="73152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346448" y="2468880"/>
            <a:ext cx="34686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Synthesis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05928" y="246888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052816" y="2468880"/>
            <a:ext cx="3468624" cy="73152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052816" y="2468880"/>
            <a:ext cx="34686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→ TODAY → Next — vị trí Session trong hành trình cả khóa.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CLO: </a:t>
            </a:r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CLO3 · CLO4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4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Core Concept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≠ Synthesis — synthesis is sensemaking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33832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nhiều nguồn với nhau (không chỉ tóm tắt)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114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41148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Săn pattern &amp; contradiction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8463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(điều thấy) ≠ Recommendation (nên làm)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4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Framework &amp; Human-led AI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Matrix: approach × dataset × metric × limitation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6888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72968" y="246888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419856" y="246888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419856" y="246888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52744" y="246888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199632" y="246888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199632" y="246888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732520" y="246888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979408" y="246888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979408" y="246888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Human-led AI loop: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72968" y="411480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19856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3419856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verify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52744" y="411480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99632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6199632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732520" y="411480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979408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8979408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4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· SER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đọc 5 papers → Evidence Matrix → Research Opportunity: Audio-only · Audio+Text · Multimodal · Graph.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10881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400800"/>
                <a:gridCol w="3657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(SER)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these 5 SER papers without drawing conclusions.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Tóm tắt từng 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matrix: approach × dataset × metric × limitation.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 trận so sánh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do papers agree and contradict?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Agreements + ≥2 contradictions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4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· Expected AI Mistakes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Mistake (để lộ có chủ đích)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8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Câu hỏi phản biện dẫn dắt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Làm mượt mâu thuẫn accuracy giữa 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Các số này có cùng thước đo không?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 hợp chung chung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Insight gắn paper/bằng chứng nào?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Nhầm insight với recommendation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Đây là điều thấy hay điều nên làm?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người: Verify → Improve → Decide → Own.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4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&amp; Group Workshop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Practice · 25'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Evidence Package của mình: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 sources · key findings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contradictions · draft insights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Worksheet WS4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Workshop · 40'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4: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 sánh insight · chọn 3–5 insight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xác định 2–3 cơ hội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WS4: Evidence Summary · Comparison Table · Agreements · Contradictions · Key Insights · Opportunities · Human Verification · Reflection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4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· ART4 — Evidence Synthesis Package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69494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 phần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tả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Comparison Matrix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 × dataset × metric × limitation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Insights (3–5)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gắn bằng chứng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 (2–3)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truy về bằng chứng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Log · Reflection · Declaration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minh bạch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02920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BECD9"/>
          </a:solidFill>
          <a:ln w="12700">
            <a:solidFill>
              <a:srgbClr val="C9781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bar:  </a:t>
            </a:r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≥8 nguồn + ≥2 contradictions + ≥1 opportunity có căn cứ.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4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· Rubric R4 (0–3)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280160"/>
                <a:gridCol w="60350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Trọng số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Mức Proficient (2)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Comparison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 trận đầy đủ, so sánh đúng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Insight Quality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Insight gắn bằng chứng, sắc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Cơ hội truy về bằng chứng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Verification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Đối chiếu nguồn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Reflection &amp; Declaration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Đủ 4 câu + Declaration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Thang: 0 Missing · 1 Developing · 2 Proficient · 3 Exemplary (Handbook Mục V.1). Pass = mỗi trục ≥1 và tổng ≥60%.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4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 &amp; Reflection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Hoàn thiện Evidence Synthesis Package (ART4)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Chọn 01 opportunity quan trọng nhất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Viết 200–300 từ: vì sao đây là cơ hội hứa hẹn nhất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257800" cy="3108960"/>
          </a:xfrm>
          <a:prstGeom prst="roundRect">
            <a:avLst>
              <a:gd name="adj" fmla="val 1765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(4 câu chuẩn)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AI giúp gì?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sai ở đâu?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Bạn chỉnh gì?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Bạn học gì?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4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Chốt buổi học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≠ Synthesis — synthesis is sensemaking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514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về hôm nay: ART4 — Evidence Synthesis Package.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theo: Reasoning.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2062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synthesizes fast; humans make sense.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Thought Partner, not the Decision Maker.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2026-07-30T13:21:43Z</dcterms:created>
  <dcterms:modified xsi:type="dcterms:W3CDTF">2026-07-30T13:21:43Z</dcterms:modified>
</cp:coreProperties>
</file>