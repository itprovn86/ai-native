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Portfolio Development: Building a Problem Solving Portfolio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4 — Solution Communication &amp; Portfolio Dev   ·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Communicate the Solution   ·   CLO6   ·   120'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Course 2 — AI-Assisted Problem Solving  ·  Flagship case: Speech Emotion Recognition (SER)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at a Glance — 120'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457200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Intent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Mini 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conceptual foundation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Live Demo (SER)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AI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Individual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concepts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Group Workshop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Collaborative portfolio development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Reflection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&amp; Collect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7589520"/>
                <a:gridCol w="182880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buổi học, sinh viên có thể…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artifacts thành Portfolio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logic xuyên suốt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AI rà cấu trúc &amp; nhất quán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 (ownership &amp; integrity)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 Problem Solving Portfolio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Mindset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Portfolio-based Learning · Learning Journey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Communication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90779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Storyline · Consistency · Evidence Trail · Traceability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86784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Responsible 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98678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Declaration · Human Review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Continuous Improvement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5065776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· Peer · AI 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Pre-class Preparation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9202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structure guide &amp; rubric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30175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ART1–ART7 trong một thư mục · AI Logs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 theo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41148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Gemini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Learning Journey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Brief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99560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46448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346448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05928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52816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052816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→ TODAY → Next — vị trí Session trong hành trình cả khóa.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CLO: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Core Concept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portfolio is a story, not a folder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3832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ART1–ART7 thành câu chuyện thống nhất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4114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traceability xuyên suốt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8463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+ AI Declaration đầy đủ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Framework &amp; Human-led AI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— 4 Section + Index + Learning Journey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72968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19856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Evidence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52744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99632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Solution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32520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979408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979408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Communication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AI loop: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72968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19856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419856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52744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99632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32520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79408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8979408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SER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hỗ trợ tích hợp ART1–ART7 của SER thành Portfolio; rà nhất quán &amp; traceability; con người review.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(SER)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Organize my SER artifacts into a portfolio — don't rewrite content.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trúc 4 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inconsistencies &amp; missing links across ART1–ART7.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Danh sách chỗ vênh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my AI Declaration completeness.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Rà declaration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Expected AI Mistakes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Mistake (để lộ có chủ đích)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8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 phản biện dẫn dắt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sót artifact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ART1→ART7 chưa?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Đổi nội dung gốc (sửa accuracy/insight)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có đổi số liệu không? Đối chiếu.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Bịa thêm thông tin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tiết này có trong artifact gốc?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người: Verify → Improve → Decide → Own.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Group Workshop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Practice · 25'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Portfolio: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Checklist · AI Review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 Review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Worksheet WS8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Workshop · 40'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4: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Peer Review · AI Feedback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Revision · Final Version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WS8: Portfolio Structure · Artifact Checklist · Storyline · Consistency Review · AI Feedback · Human Revision · Reflection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· ART8 — Problem Solving Portfolio (Milestone)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ART1–ART7 tích hợp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tài liệu thống nhất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Index · Learning Journey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dẫn đường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Logs · AI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đầy đủ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Self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đánh giá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BECD9"/>
          </a:solidFill>
          <a:ln w="12700">
            <a:solidFill>
              <a:srgbClr val="C978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bar:  </a:t>
            </a:r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 đầy đủ + traceability + Human Review. Nộp Milestone trước Workshop 5.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· Rubric R8 (0–3)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6035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Trọng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Proficient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Completeness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ART1–7 + 5 section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Mạch logic liền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Traceability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 vết bằng chứng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Reflection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Phản tư sâu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Declaration &amp;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Minh bạch + chất lượng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Thang: 0 Missing · 1 Developing · 2 Proficient · 3 Exemplary (Handbook Mục V.1). Pass = mỗi trục ≥1 và tổng ≥60%.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&amp; Reflection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Hoàn thiện Problem Solving Portfolio (ART8)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Chuẩn bị Demo cho Workshop 5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Logs + AI Declaration đầy đủ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3108960"/>
          </a:xfrm>
          <a:prstGeom prst="roundRect">
            <a:avLst>
              <a:gd name="adj" fmla="val 176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(4 câu chuẩn)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giúp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sai ở đâu?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Bạn chỉnh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Bạn học gì?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8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Chốt buổi học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is a story, not a folder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về hôm nay: ART8 — Problem Solving Portfolio (Milestone).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theo: Demo.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organizes; humans own.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Thought Partner, not the Decision Maker.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2026-07-30T13:21:43Z</dcterms:created>
  <dcterms:modified xsi:type="dcterms:W3CDTF">2026-07-30T13:21:43Z</dcterms:modified>
</cp:coreProperties>
</file>