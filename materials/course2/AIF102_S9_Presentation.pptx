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 Showcase: Demo &amp; Defense (Round 1)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5 — Problem Solving Showcase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 &amp; Reflect   ·   CLO1–CLO6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Run-of-Show — Session 9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6583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· Agenda · Rubric ·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Showcase Round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nhóm × ~7' (5' present · 1' Q&amp;A · 1' transition)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báo Session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Pattern — KHÔNG Mini Lecture / Demo GV / Practice. Reflection chỉ ở cuối Session 10.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9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— Faculty &amp; AI-TA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Trách nhiệm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Moderator · Time Control · Academic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· Feedback · Overall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 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Timekeeper · Presentation Queue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 3–4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Support · Rubric Collection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 5–6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Verification ·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9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Requirements — Slide Spine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5' · Q&amp;A 1' · không quá 5–6 slide: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6376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93264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93264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99560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46448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6448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2744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99632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05928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52816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52816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59112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906000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 demo (bắt buộc): Problem → Issue Tree → Evidence → Reasoning → Workflow → Brief → Reflection. Demo chỉ có giải pháp cuối = chưa đạt.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9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Rubric (SR) — Summative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5669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vết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Problem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Evidence &amp;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ART3–4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Solution Design &amp;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ART5–6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ART7–8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Defense (Q&amp;A)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· Responsible AI &amp; Human Ownership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chính thức do 2 Faculty. Multi-source feedback (AI-TA + peer, không tính điểm).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9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Question Bank (Q&amp;A)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 câu hỏi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problem? What assumptions?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evidence? How reliable?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solution? Feasible under constraints?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contribution? Human contribution?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Limitations? Future improvement?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9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 Showcase — điểm nhấn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nhóm demo hành trình SER: dataset đã chọn, approach, workflow (human-in-the-loop), rủi ro privacy/bias.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khi chuẩn bị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truy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quá bóng bẩy che bằng chứng yếu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Bằng chứng đâu?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gây hiểu nhầm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này so sánh công bằng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phần rủi ro/privacy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chịu rủi ro? Đã giảm thiểu thế nào?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9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sang Round 2 (Session 10)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ART9 Demo Package · bảo vệ hành trình bằng bằng chứng.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with evidence.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