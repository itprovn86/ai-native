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Framing with AI: From Problems to Structured Inquiry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91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1 — Problem Framing   ·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Understand the Problem   ·   CLO1 · CLO2   ·   120'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Course 2 — AI-Assisted Problem Solving  ·  Flagship case: Speech Emotion Recognition (SER)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at a Glance — 120'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4572000"/>
                <a:gridCol w="2468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Intent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Mini Lecture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conceptual foundation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Live Demo (SER)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 AI 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Individual Practice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concepts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Group Workshop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Collaborative problem framing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Reflection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 &amp; Collect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2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7589520"/>
                <a:gridCol w="182880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 buổi học, sinh viên có thể…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bài toán thực tế → Problem Statement rõ ràng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 Issue Tree phân rã vấn đề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MECE để tổ chức ý tưởng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câu hỏi chất lượng cho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 Problem Framing Package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CLO1·2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2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Mindset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8288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Thought Partner · Human-led AI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07792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Problem Framing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290779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· Scope · Constraints · Assumptions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986784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86784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Methods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3986784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Tree · MECE · 5 Whys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65776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AI-assisted Inquiry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5065776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Design · Clarifying Questions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2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Pre-class Preparation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19202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Tree &amp; MECE templates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17520" y="301752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(ART1) + ghi chú stakeholder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14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 theo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41148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· Gemini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2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Learning Journey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099560" y="24688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46448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346448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05928" y="24688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052816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052816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Search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→ TODAY → Next — vị trí Session trong hành trình cả khóa.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CLO: </a:t>
            </a:r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CLO1 · CLO2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2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Core Concept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solutions begin with good questions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33832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tốt = Goal · Scope · Constraints · Assumptions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4114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Tree phân rã vấn đề có cấu trúc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8463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MECE: không chồng lấn, phủ đầy đủ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2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Framework &amp; Human-led AI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Tree cho SER (5 nhánh)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986077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1986077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17013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63901" y="2468880"/>
            <a:ext cx="1986077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863901" y="2468880"/>
            <a:ext cx="1986077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0834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87722" y="2468880"/>
            <a:ext cx="1986077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087722" y="2468880"/>
            <a:ext cx="1986077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64654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1542" y="2468880"/>
            <a:ext cx="1986077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1542" y="2468880"/>
            <a:ext cx="1986077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288475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535363" y="2468880"/>
            <a:ext cx="1986077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535363" y="2468880"/>
            <a:ext cx="1986077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 AI loop: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dựng cây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72968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19856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3419856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kiểm MECE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52744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99632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199632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732520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979408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8979408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scope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2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· SER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dựng Issue Tree cho SER, kiểm MECE, chốt scope cho dự án 5 tuần.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10881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(SER)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 me clarify the SER problem before decomposing.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Goal/scope nháp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an Issue Tree for SER; check MECE.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Cây 2 tầng, phát hiện chồng/thiếu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out of scope for a 5-week student project?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in/out rõ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2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· Expected AI Mistakes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Mistake (để lộ có chủ đích)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8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Câu hỏi phản biện dẫn dắt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Nhánh Feature &amp; Model chồng lấn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 nhánh có loại trừ nhau không?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Bỏ nhánh Ethics/Privacy &amp; Real-time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Còn khía cạnh nào chưa có?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quá rộng (đa ngôn ngữ + real-time)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Khả thi trong 5 tuần không?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người: Verify → Improve → Decide → Own.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2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&amp; Group Workshop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Practice · 25'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bài toán của mình: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Goal · Scope · Constraints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Clarifying Questions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Worksheet WS2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Workshop · 40'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4: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Issue Tree · MECE · Peer Critique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Issue Tree thống nhất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WS2: Problem Statement · Goal · Scope · Constraints · Assumptions · Issue Tree · MECE Check · AI Questions · Human Refinement · Reflection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2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· ART2 — Problem Framing Package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9494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phần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tả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Refined Problem Statement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· Scope · Constraints · Assumptions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≥2 tầng, đạt MECE, priority branch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Question 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câu hỏi làm rõ do AI hỗ trợ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 · AI Declaration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minh bạch quá trình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2920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BECD9"/>
          </a:solidFill>
          <a:ln w="12700">
            <a:solidFill>
              <a:srgbClr val="C9781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bar:  </a:t>
            </a:r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Tree ≥2 tầng đạt MECE + scope in/out + ≥3 bản revision.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2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· Rubric R2 (0–3)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80160"/>
                <a:gridCol w="6035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Trọng số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Mức Proficient (2)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Statement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Phát biểu rõ, đúng cấu trúc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rã hợp lý, có priority branch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chồng lấn, phủ đủ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Verification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chứng logic của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 &amp; Declaration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Đủ 4 câu + Declaration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Thang: 0 Missing · 1 Developing · 2 Proficient · 3 Exemplary (Handbook Mục V.1). Pass = mỗi trục ≥1 và tổng ≥60%.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2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 &amp; Reflection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Hoàn thiện Problem Framing Package (ART2)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Chuẩn bị Evidence Collection cho Workshop 2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Đính kèm AI Question Log + AI Declaration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257800" cy="3108960"/>
          </a:xfrm>
          <a:prstGeom prst="roundRect">
            <a:avLst>
              <a:gd name="adj" fmla="val 1765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(4 câu chuẩn)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giúp gì?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sai ở đâu?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Bạn chỉnh gì?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Bạn học gì?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2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Chốt buổi học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solutions begin with good questions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về hôm nay: ART2 — Problem Framing Package.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theo: Evidence Search.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06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it so AI can help you think.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Thought Partner, not the Decision Maker.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2026-07-30T13:21:43Z</dcterms:created>
  <dcterms:modified xsi:type="dcterms:W3CDTF">2026-07-30T13:21:43Z</dcterms:modified>
</cp:coreProperties>
</file>