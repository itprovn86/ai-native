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 Evidence Search: Finding Reliable Evidence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29184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2918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2 — Evidence Search &amp; Synthesis   · 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Understand the Evidence   ·   CLO3 · CLO4   ·   120'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Course 2 — AI-Assisted Problem Solving  ·  Flagship case: Speech Emotion Recognition (SER)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at a Glance — 120'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914400"/>
                <a:gridCol w="4572000"/>
                <a:gridCol w="24688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Intent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Mini Lecture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conceptual foundation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Live Demo (SER)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 AI reasoning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prompt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Individual Practice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 concepts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Group Workshop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Collaborative evidence search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Reflection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Consolidate learning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Rubric &amp; Collect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Buffer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3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7589520"/>
                <a:gridCol w="1828800"/>
                <a:gridCol w="14630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 buổi học, sinh viên có thể…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chiến lược tìm kiếm bằng 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bằng chứng đa nguồn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 độ tin cậy của nguồn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quy trình AI-assisted Search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Prepare Evidence Package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CLO3·4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3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Concepts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31089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Mindset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931920" y="182880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 Thought Partner · Human-led AI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907792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07792"/>
            <a:ext cx="31089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Evidence Search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31920" y="2907792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Strategy · Keywords · Sources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986784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986784"/>
            <a:ext cx="31089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 Methods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31920" y="3986784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Refinement · Semantic Search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5065776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065776"/>
            <a:ext cx="31089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 Source Evaluation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31920" y="5065776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· Authority · Currency · Relevance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3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Pre-class Preparation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7520" y="192024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Credibility handout · Problem Bank resource pack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017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bị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017520" y="301752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Tree (ART2) · truy cập Scholar/Perplexity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1148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 theo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17520" y="41148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· Gemini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3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Lecture · Learning Journey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3468624" cy="731520"/>
          </a:xfrm>
          <a:prstGeom prst="roundRect">
            <a:avLst>
              <a:gd name="adj" fmla="val 75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468880"/>
            <a:ext cx="3468624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Framing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099560" y="246888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346448" y="2468880"/>
            <a:ext cx="3468624" cy="731520"/>
          </a:xfrm>
          <a:prstGeom prst="roundRect">
            <a:avLst>
              <a:gd name="adj" fmla="val 7500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4346448" y="2468880"/>
            <a:ext cx="3468624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Search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805928" y="246888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052816" y="2468880"/>
            <a:ext cx="3468624" cy="731520"/>
          </a:xfrm>
          <a:prstGeom prst="roundRect">
            <a:avLst>
              <a:gd name="adj" fmla="val 7500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8052816" y="2468880"/>
            <a:ext cx="3468624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Synthesis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→ TODAY → Next — vị trí Session trong hành trình cả khóa.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4114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CLO: </a:t>
            </a:r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CLO3 · CLO4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3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Lecture · Core Concept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3736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before solutions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33832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338328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GIÚP TÌM nguồn — AI không PHẢI là nguồn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1148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411480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 nguồn: học thuật · ngành · dữ liệu mở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8463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484632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Luôn truy nguồn gốc &amp; kiểm chứng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3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Lecture · Framework &amp; Human-led AI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Đánh giá nguồn — 4 tiêu chí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2542032" cy="59436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468880"/>
            <a:ext cx="254203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172968" y="246888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419856" y="2468880"/>
            <a:ext cx="2542032" cy="59436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3419856" y="2468880"/>
            <a:ext cx="254203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52744" y="246888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199632" y="2468880"/>
            <a:ext cx="2542032" cy="59436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199632" y="2468880"/>
            <a:ext cx="254203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732520" y="246888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979408" y="2468880"/>
            <a:ext cx="2542032" cy="59436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979408" y="2468880"/>
            <a:ext cx="254203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3657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Human-led AI loop: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114800"/>
            <a:ext cx="2542032" cy="594360"/>
          </a:xfrm>
          <a:prstGeom prst="roundRect">
            <a:avLst>
              <a:gd name="adj" fmla="val 9231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114800"/>
            <a:ext cx="254203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172968" y="411480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419856" y="4114800"/>
            <a:ext cx="2542032" cy="594360"/>
          </a:xfrm>
          <a:prstGeom prst="roundRect">
            <a:avLst>
              <a:gd name="adj" fmla="val 9231"/>
            </a:avLst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3419856" y="4114800"/>
            <a:ext cx="254203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verify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952744" y="411480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199632" y="4114800"/>
            <a:ext cx="2542032" cy="594360"/>
          </a:xfrm>
          <a:prstGeom prst="roundRect">
            <a:avLst>
              <a:gd name="adj" fmla="val 9231"/>
            </a:avLst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6199632" y="4114800"/>
            <a:ext cx="254203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732520" y="411480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979408" y="4114800"/>
            <a:ext cx="2542032" cy="594360"/>
          </a:xfrm>
          <a:prstGeom prst="roundRect">
            <a:avLst>
              <a:gd name="adj" fmla="val 9231"/>
            </a:avLst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8979408" y="4114800"/>
            <a:ext cx="254203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3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· SER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544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tìm &amp; so sánh dataset SER: IEMOCAP · MELD · ESD · RAVDESS — nguồn nào phù hợp? vì sao?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108813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6400800"/>
                <a:gridCol w="36576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(SER)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PL-00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evidence/datasets do I need before choosing an approach?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Tiêu chí dữ liệu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PL-03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SER datasets: IEMOCAP, MELD, ESD, RAVDESS.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Bảng size/ngôn ngữ/nhãn/licence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PL-04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fits a small student project, and why?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Lựa chọn + lý 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3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· Expected AI Mistakes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5440680"/>
                <a:gridCol w="5440680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Mistake (để lộ có chủ đích)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8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Câu hỏi phản biện dẫn dắt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Bịa số liệu (mẫu/accuracy không thật)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Mở nguồn gốc — con số có thật không?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Thông tin lỗi thời / bỏ licence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Phiên bản nào? Được phép dùng?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Chỉ dựa một nguồn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 nguồn độc lập xác nhận không?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người: Verify → Improve → Decide → Own.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3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&amp; Group Workshop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Practice · 25'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bằng chứng cho bài toán nhóm: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Keywords · Queries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Sources · Initial Evaluation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Worksheet WS3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3492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Workshop · 40'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0" y="22860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4: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 sánh nguồn · loại nguồn yếu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chọn 5–8 bằng chứng tốt nhất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42976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WS3: Problem · Search Strategy · Keywords · AI Queries · Sources · Evaluation · Best Evidence · Missing Evidence · Reflection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3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 · ART3 — Evidence Search Package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694944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Thành phần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Mô tả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Strategy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keywords · queries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Log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danh sách nguồn đa loại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Evaluation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Authority · Currency · Relevance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Log · Reflection · Declaration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minh bạch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02920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FBECD9"/>
          </a:solidFill>
          <a:ln w="12700">
            <a:solidFill>
              <a:srgbClr val="C9781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50292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7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bar:  </a:t>
            </a:r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≥8 nguồn ≥3 loại (gồm ≥1 Problem Bank) + verification mọi nguồn AI gợi ý.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3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· Rubric R3 (0–3)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280160"/>
                <a:gridCol w="603504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Tiêu chí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Trọng số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Mức Proficient (2)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Strategy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Chiến lược rõ, tái lập được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Quality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Đa nguồn, đã kiểm chứng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Evaluation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Đánh giá đúng 4 tiêu chí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Verification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Truy nguồn gốc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Reflection &amp; Declaration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Đủ 4 câu + Declaration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029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Thang: 0 Missing · 1 Developing · 2 Proficient · 3 Exemplary (Handbook Mục V.1). Pass = mỗi trục ≥1 và tổng ≥60%.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3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Homework &amp; Reflection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48640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5029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Hoàn thiện Evidence Search Package (ART3)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Chọn 5–8 nguồn chất lượng cho Session 4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Đính kèm AI Log + AI Declaration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257800" cy="3108960"/>
          </a:xfrm>
          <a:prstGeom prst="roundRect">
            <a:avLst>
              <a:gd name="adj" fmla="val 1765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(4 câu chuẩn)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AI giúp gì?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AI sai ở đâu?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Bạn chỉnh gì?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Bạn học gì?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3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Chốt buổi học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</a:rPr>
              <a:t>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" y="18288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before solutions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</a:rPr>
              <a:t>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25146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về hôm nay: ART3 — Evidence Search Package.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</a:rPr>
              <a:t>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32004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 theo: Evidence Synthesis.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42062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2062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finds sources; humans verify them.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6217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 Thought Partner, not the Decision Maker.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2026-07-30T13:21:43Z</dcterms:created>
  <dcterms:modified xsi:type="dcterms:W3CDTF">2026-07-30T13:21:43Z</dcterms:modified>
</cp:coreProperties>
</file>