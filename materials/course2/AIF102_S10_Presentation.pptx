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Demo, Reflection &amp; Course Close (Round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5 — Problem Solving Showcase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Demonstrate &amp; Reflect   ·   CLO1–CLO6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Run-of-Show — Session 10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6583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dung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Showcase Round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nhóm × ~7'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Whole-class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Mentimeter / Padlet — reflection toàn hội trường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kết · Certificate · Outstanding Teams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Pattern — KHÔNG Mini Lecture / Demo GV / Practice. Reflection chỉ ở cuối Session 10.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10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Faculty &amp; AI-TA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 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Trách nhiệm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Moderator · Time Control · Academic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· Feedback · Overall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Timekeeper · Presentation Queue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3–4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Support · Rubric Collection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 5–6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Verification ·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10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Requirements — Slide Spine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5' · Q&amp;A 1' · không quá 5–6 slide: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6376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93264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93264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99560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6448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6448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2744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99632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05928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52816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52816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59112" y="2468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906000" y="2468880"/>
            <a:ext cx="1615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2468880"/>
            <a:ext cx="1615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 demo (bắt buộc): Problem → Issue Tree → Evidence → Reasoning → Workflow → Brief → Reflection. Demo chỉ có giải pháp cuối = chưa đạt.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10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Rubric (SR) — Summative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280160"/>
                <a:gridCol w="5669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vết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Problem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ART1–2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Evidence &amp;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ART3–4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Solution Design &amp;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ART5–6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ART7–8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Defense (Q&amp;A)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Toàn bộ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Responsible AI &amp; Human Ownership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chính thức do 2 Faculty. Multi-source feedback (AI-TA + peer, không tính điểm).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10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Reflection &amp; Awards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4 câu (300–500 từ)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 nhiều nhất?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học được gì?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Làm lại bạn đổi gì?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Awards (không tính điểm)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Problem Framing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Evidence-based Reasoning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AI-assisted Workflow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Presentation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Social Impact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10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Completion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10 artifacts (ART1–ART10) → Certificate → Capstone · RBL · Professional Practice.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a Thought Partner, not the Decision Maker.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